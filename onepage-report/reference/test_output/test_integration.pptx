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696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9B989-BB6D-98C9-81D5-5B8CE3B5C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732BD0-F4C9-9001-2DAE-BCFCF643B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4E0193-9D0F-BA47-856E-1BACFF35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798E81-5DBC-DC6F-F3F7-5A73F7E37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B5DAF7-F7EB-56E0-1B68-DC8C1657C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107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C2CA0-ECD4-8085-F717-F188D5D0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D91F99-6909-DB59-957E-E7CB53B4D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E3AEF8-F360-9E09-CFAE-037628DCE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9812DD-7158-2D67-5E2A-79C1B9AB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136C72-0561-E0A5-00E4-1826779B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5447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2F387-963B-89A3-696F-2AA122F3A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436ACE-A2AE-A54D-6D48-D2C6C879F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79F2E4-07E6-BF55-58BA-EE4F500C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50F20-CC8E-B870-1F5D-3642F59A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B09E7-A039-0FB5-0B52-6EE18942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77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97342-70DD-53D1-747D-2A0B672C2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5FDEAC-0A9D-A629-2005-BA1C421E97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2BF251-926B-47A5-8EE8-41D5383EF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0CAE8-06AA-0DB3-5102-819EC931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0AA845-042E-3BBD-BB41-D15F1404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9C9F6A-963C-4F36-C366-DE1D4A60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09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F8D17-3FE7-A000-8B2D-AC82981DE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D9D016-2C62-9C18-2FF2-C444DAE3F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8B586B-46E5-C282-D616-37B70C538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0F8372-F6B9-510D-AF9D-888B42E02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E37CA2-CBA2-0A9F-C381-19ACEE125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D2E084-6431-8C11-0663-25402DCB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24425A-5FF6-A627-2014-4311D2EF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AB9F3A-0434-AC5D-5FC1-9644D03B7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0430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9056A-0023-9C2E-6D60-AB9CB08B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C8E031B-5881-7A14-2B4E-3509FBD4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BEB28B-4A8B-4C58-2E45-352D0DE7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E8F141-17CA-4151-E099-7F7270A3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9327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0FA671-E2D8-EB07-B370-77432F4C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D5E7E06-9CEE-BCA3-DAD0-E56DFAFC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D46DA4-50B9-600D-B6AB-21B639144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62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C4A026-E4A0-A0EC-BFB6-13F6772B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3A72A-6893-7FA8-596A-775641EB7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7F581F-133C-8D26-EA7B-F19FC633A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C63F01-8491-3304-B255-380E4E7C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2FC4C8-6494-9387-4727-56A86FEB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22F144-6D3F-1FA9-DFE4-C17DF6324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5451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3EA36-AA44-C6B9-90B9-79DB3914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138D3C-B7A4-2088-EAD7-AEAF043F0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D853CE-5A3A-77B8-4709-4497E08B1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20363A-ACA0-2DFA-300D-FB17D922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43A156-6253-2DFC-33C9-205840D9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C4CC57-9354-BEF8-142C-1D118FFE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6331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2FB4F2-B2B6-C8CF-1FEE-641E9F4B4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C6C333-EE3B-9993-C335-4D278AB47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37826-C71D-7A38-A00F-933F1CAE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67B43-CE1D-95EC-D90C-DD2100461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7FDF41-318C-0D32-4F6F-3E5EE1663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913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33F625-0716-2A77-0DFB-C8F6E4F6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A5E8B5-BC37-76CD-F3B4-354225AFA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C62BC5-6D79-88C7-EA67-D7D962C4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0B100E-A544-4D5F-2D47-836837A6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A7C94-A096-79B0-761A-02D932FA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548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8EC4E30-F5DD-8887-6FB0-F52B6C19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TW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9F9635-333D-0E05-3DB5-B31C9B803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F94D56-E788-BC15-78D7-D6A39F64C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FFB4C-CB70-460F-9F7B-EDECA76A7F6B}" type="datetimeFigureOut">
              <a:rPr lang="zh-TW" altLang="en-US" smtClean="0"/>
              <a:t>2026/1/17</a:t>
            </a:fld>
            <a:endParaRPr lang="zh-TW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AD94E9-0053-EF33-C1E8-7A63BFE7E7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99398-4CAC-536E-F8DF-A07D67F0F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8BD078-16DE-44F3-8DAA-02D62BB309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70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83CE206-CC88-A761-F250-52748F2A5314}"/>
              </a:ext>
            </a:extLst>
          </p:cNvPr>
          <p:cNvSpPr/>
          <p:nvPr/>
        </p:nvSpPr>
        <p:spPr>
          <a:xfrm>
            <a:off x="1270000" y="1270000"/>
            <a:ext cx="2540000" cy="1016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196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6544AE-4181-29F4-11C9-D4D1771463C0}"/>
              </a:ext>
            </a:extLst>
          </p:cNvPr>
          <p:cNvSpPr txBox="1"/>
          <p:nvPr/>
        </p:nvSpPr>
        <p:spPr>
          <a:xfrm>
            <a:off x="1397000" y="1460500"/>
            <a:ext cx="2286000" cy="292388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r>
              <a:rPr lang="zh-TW" altLang="en-US" sz="1400" b="1">
                <a:solidFill>
                  <a:srgbClr val="2196F3"/>
                </a:solidFill>
                <a:latin typeface="Microsoft JhengHei" panose="020B0604030504040204" pitchFamily="34" charset="-120"/>
              </a:rPr>
              <a:t>整合測試成功！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CCB07CB-26DC-AD09-1863-04C1D70A0817}"/>
              </a:ext>
            </a:extLst>
          </p:cNvPr>
          <p:cNvSpPr/>
          <p:nvPr/>
        </p:nvSpPr>
        <p:spPr>
          <a:xfrm>
            <a:off x="1270000" y="2984500"/>
            <a:ext cx="1456267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609EBA-D585-E376-1CE1-33D7EB57F166}"/>
              </a:ext>
            </a:extLst>
          </p:cNvPr>
          <p:cNvSpPr txBox="1"/>
          <p:nvPr/>
        </p:nvSpPr>
        <p:spPr>
          <a:xfrm>
            <a:off x="1320800" y="3035300"/>
            <a:ext cx="1354667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開始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707A73-AB56-4F95-B7FC-643D66729CFA}"/>
              </a:ext>
            </a:extLst>
          </p:cNvPr>
          <p:cNvSpPr txBox="1"/>
          <p:nvPr/>
        </p:nvSpPr>
        <p:spPr>
          <a:xfrm>
            <a:off x="1320800" y="3302000"/>
            <a:ext cx="1354667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輸入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84020FA9-42F8-6EA2-7993-45F7E2832A15}"/>
              </a:ext>
            </a:extLst>
          </p:cNvPr>
          <p:cNvSpPr/>
          <p:nvPr/>
        </p:nvSpPr>
        <p:spPr>
          <a:xfrm>
            <a:off x="2827867" y="3225800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931F8F7-71A7-7DA6-354A-B6925383E3A0}"/>
              </a:ext>
            </a:extLst>
          </p:cNvPr>
          <p:cNvSpPr/>
          <p:nvPr/>
        </p:nvSpPr>
        <p:spPr>
          <a:xfrm>
            <a:off x="3081867" y="2984500"/>
            <a:ext cx="1456266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3CA13D-BC7C-7A8C-AE0D-F7B392F03473}"/>
              </a:ext>
            </a:extLst>
          </p:cNvPr>
          <p:cNvSpPr txBox="1"/>
          <p:nvPr/>
        </p:nvSpPr>
        <p:spPr>
          <a:xfrm>
            <a:off x="3132667" y="3035300"/>
            <a:ext cx="1354667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處理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C35FF35-91C4-3117-EA3A-4A393074D7C6}"/>
              </a:ext>
            </a:extLst>
          </p:cNvPr>
          <p:cNvSpPr txBox="1"/>
          <p:nvPr/>
        </p:nvSpPr>
        <p:spPr>
          <a:xfrm>
            <a:off x="3132667" y="3302000"/>
            <a:ext cx="1354667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運算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40A65561-96A9-455E-93D6-81791A5AA9DF}"/>
              </a:ext>
            </a:extLst>
          </p:cNvPr>
          <p:cNvSpPr/>
          <p:nvPr/>
        </p:nvSpPr>
        <p:spPr>
          <a:xfrm>
            <a:off x="4639733" y="3225800"/>
            <a:ext cx="152400" cy="152400"/>
          </a:xfrm>
          <a:prstGeom prst="rightArrow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51D3196-00CE-7CAB-D9C5-9AF1895D3600}"/>
              </a:ext>
            </a:extLst>
          </p:cNvPr>
          <p:cNvSpPr/>
          <p:nvPr/>
        </p:nvSpPr>
        <p:spPr>
          <a:xfrm>
            <a:off x="4893733" y="2984500"/>
            <a:ext cx="1456267" cy="635000"/>
          </a:xfrm>
          <a:prstGeom prst="roundRect">
            <a:avLst/>
          </a:prstGeom>
          <a:solidFill>
            <a:srgbClr val="2196F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E115AE-F960-227F-0AE2-F19C0F237D2D}"/>
              </a:ext>
            </a:extLst>
          </p:cNvPr>
          <p:cNvSpPr txBox="1"/>
          <p:nvPr/>
        </p:nvSpPr>
        <p:spPr>
          <a:xfrm>
            <a:off x="4944533" y="3035300"/>
            <a:ext cx="1354667" cy="215444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900" b="1">
                <a:solidFill>
                  <a:srgbClr val="FFFFFF"/>
                </a:solidFill>
                <a:latin typeface="Microsoft JhengHei" panose="020B0604030504040204" pitchFamily="34" charset="-120"/>
              </a:rPr>
              <a:t>結束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4A53AE-8CCE-5C9C-8F03-197F1BEE4936}"/>
              </a:ext>
            </a:extLst>
          </p:cNvPr>
          <p:cNvSpPr txBox="1"/>
          <p:nvPr/>
        </p:nvSpPr>
        <p:spPr>
          <a:xfrm>
            <a:off x="4944533" y="3302000"/>
            <a:ext cx="1354667" cy="200055"/>
          </a:xfrm>
          <a:prstGeom prst="rect">
            <a:avLst/>
          </a:prstGeom>
          <a:noFill/>
        </p:spPr>
        <p:txBody>
          <a:bodyPr vert="horz" wrap="square" lIns="76200" tIns="38100" rIns="76200" bIns="38100" rtlCol="0">
            <a:spAutoFit/>
          </a:bodyPr>
          <a:lstStyle/>
          <a:p>
            <a:pPr algn="ctr"/>
            <a:r>
              <a:rPr lang="zh-TW" altLang="en-US" sz="800">
                <a:solidFill>
                  <a:srgbClr val="FFFFFF"/>
                </a:solidFill>
                <a:latin typeface="Microsoft JhengHei" panose="020B0604030504040204" pitchFamily="34" charset="-120"/>
              </a:rPr>
              <a:t>輸出</a:t>
            </a:r>
          </a:p>
        </p:txBody>
      </p:sp>
    </p:spTree>
    <p:extLst>
      <p:ext uri="{BB962C8B-B14F-4D97-AF65-F5344CB8AC3E}">
        <p14:creationId xmlns:p14="http://schemas.microsoft.com/office/powerpoint/2010/main" val="571527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Microsoft JhengHei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 damody</dc:creator>
  <cp:lastModifiedBy>huang damody</cp:lastModifiedBy>
  <cp:revision>1</cp:revision>
  <dcterms:created xsi:type="dcterms:W3CDTF">2026-01-17T15:35:37Z</dcterms:created>
  <dcterms:modified xsi:type="dcterms:W3CDTF">2026-01-17T15:35:37Z</dcterms:modified>
</cp:coreProperties>
</file>