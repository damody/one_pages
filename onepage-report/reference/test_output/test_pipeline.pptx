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69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2293D-5D88-0F20-47B4-2D81110E5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E96537-0ADE-0E74-C3AB-21BDBF247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58D8D2-2B0D-3281-8506-0132AE37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F4C16-0E53-6EAF-55B4-1D5596EB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55E1B-3B64-8AC7-FBF2-97A2FC01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61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417D1-9637-2109-DCAD-008CA3B1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06E44-06A4-3814-4F6A-AD13519A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310AB3-8203-B7D5-44C2-B360366EA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AAC20-D61C-0DF2-FA5D-52A8E2D8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2D9B1-D2E3-4512-7FB6-885B669A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308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8DB81-0BA3-1A80-0E77-3A7ACA3B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1D6F27-A816-FCC5-3E9D-DF09514C9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F63E41-93B7-98AA-EC49-40A7ADA4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BD263A-C854-21F7-EB49-4CC4FB756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783EC-599A-D29E-E5BA-7F16C593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81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CD3C0-7DFE-79CD-60AE-64BFE95E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C345E0-F707-39DB-1C36-F0CAEFF26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4A4F75-F87C-237B-BC9E-45C3AAA39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362D9B-870F-9DDA-38B6-1EC40EC5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E8D967-3D7F-C1E6-48F2-DC16A3709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AC4EDC-B55C-7049-3D7E-04F39A3A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24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74E1C-DF5A-49B6-EAF0-B58B91E21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F705F3-4487-BEE3-31C5-65A28F981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8CCBE1-6570-FD23-B851-5FBB04B20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31CF77-8E3E-A3C4-9A03-841E0DFE2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5CF39F-ED30-F6A3-7AC1-B317DF401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5315AC-7A1D-FF37-EE78-6DE99552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FD66D3-5713-70FE-237E-F022332E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C9A62C-B26B-7C89-DBED-8976FF74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32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CB8BA-796F-DA63-7535-7B3E396C1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CFBB43-87B6-84A8-EDF7-FFCF490E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6F1692-57F4-4660-D8B5-70CC91F58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D16821-3EE8-93FE-350C-44F860DC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04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8E730E-6B17-4F5F-5272-7776693A4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A95458-DD5B-731C-560A-1E319BC7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B52D56-6EF7-5966-C7BA-95DACA15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876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4DB2E-8A82-7D15-B20A-D512CC57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5AEA76-5641-9864-913C-68D9E9F55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138007-5CD2-C0FB-256E-2EC4F29D3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A8B7C0-4BF6-5730-E8C9-DA5F06B6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8478C7-B260-2B40-A8EC-98E6475E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479929-B165-35E1-B349-618D94E1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75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4C3CD-65B0-2A73-979A-A8EB7586D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C41A82-C591-D7DB-7873-14D97A285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CB44B4-1A8E-7DA3-0A6C-EE29AA890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3B63A3-AE57-1D64-224C-5689C18E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055732-91F0-951E-650A-4B0BFBAC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C183B5-DE2D-07B9-2956-4FC8033F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82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3DD16-8EA9-F297-C208-AF42A70AC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4F4A57-93E6-4E92-2E5E-E2A8C9D88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B1676-35FA-7E3A-EEAE-9F303CB7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65EEBF-30D5-82B6-93F8-FD4B8B50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9A1F4F-2873-9265-C169-07C6B4D2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512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6A8D01-AED6-3742-5071-57B36023D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570D7D-9F28-329B-0400-C21C1BF10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7DE4BF-72F6-2FBD-E354-79F2237EA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C3C6E-4060-F852-2D25-8200E60D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CFC69D-AC21-4CB9-DB02-520CEA6A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43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9C5C9D-C568-EF05-C460-C40DBF6D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8CE4DF-C5F9-DCC5-7C32-DBD9A2C0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21F2BD-37FC-EC4C-AA7B-1A81E6867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9CD46-535A-4849-8B13-80B103DA0543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AAB67-27AC-5B14-CD5A-E9C4B727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6A1118-E5D4-12A0-B9CB-D66E494EA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633C1-6753-43B9-8533-F1D0952BC1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53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667AC5-621F-36D9-9FB0-2A8DE478B2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9E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5F556F-D6EB-2727-7C32-AB6EC2055786}"/>
              </a:ext>
            </a:extLst>
          </p:cNvPr>
          <p:cNvSpPr txBox="1"/>
          <p:nvPr/>
        </p:nvSpPr>
        <p:spPr>
          <a:xfrm>
            <a:off x="508000" y="381000"/>
            <a:ext cx="11176000" cy="492443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2600" b="1">
                <a:solidFill>
                  <a:srgbClr val="333333"/>
                </a:solidFill>
                <a:latin typeface="Microsoft JhengHei" panose="020B0604030504040204" pitchFamily="34" charset="-120"/>
              </a:rPr>
              <a:t>title</a:t>
            </a:r>
            <a:endParaRPr lang="zh-TW" altLang="en-US" sz="2600" b="1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6E90F9-8711-BEE5-A64D-1E88D656E7C7}"/>
              </a:ext>
            </a:extLst>
          </p:cNvPr>
          <p:cNvSpPr txBox="1"/>
          <p:nvPr/>
        </p:nvSpPr>
        <p:spPr>
          <a:xfrm>
            <a:off x="508000" y="952500"/>
            <a:ext cx="11176000" cy="2923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1400" b="1">
                <a:solidFill>
                  <a:srgbClr val="666666"/>
                </a:solidFill>
                <a:latin typeface="Microsoft JhengHei" panose="020B0604030504040204" pitchFamily="34" charset="-120"/>
              </a:rPr>
              <a:t>subtitle</a:t>
            </a:r>
            <a:endParaRPr lang="zh-TW" altLang="en-US" sz="1400" b="1">
              <a:solidFill>
                <a:srgbClr val="666666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8B8DCB-1C7F-A6E1-726B-09A2D57B90E3}"/>
              </a:ext>
            </a:extLst>
          </p:cNvPr>
          <p:cNvSpPr/>
          <p:nvPr/>
        </p:nvSpPr>
        <p:spPr>
          <a:xfrm>
            <a:off x="508000" y="1524000"/>
            <a:ext cx="1270000" cy="423333"/>
          </a:xfrm>
          <a:prstGeom prst="rect">
            <a:avLst/>
          </a:prstGeom>
          <a:solidFill>
            <a:srgbClr val="F5F5F5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B47640-3200-DBF9-9F61-68B18F702718}"/>
              </a:ext>
            </a:extLst>
          </p:cNvPr>
          <p:cNvSpPr txBox="1"/>
          <p:nvPr/>
        </p:nvSpPr>
        <p:spPr>
          <a:xfrm>
            <a:off x="558800" y="1549400"/>
            <a:ext cx="11684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指標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E1F083-4FAD-51EB-964D-1165AACC57D6}"/>
              </a:ext>
            </a:extLst>
          </p:cNvPr>
          <p:cNvSpPr/>
          <p:nvPr/>
        </p:nvSpPr>
        <p:spPr>
          <a:xfrm>
            <a:off x="1778000" y="1524000"/>
            <a:ext cx="1270000" cy="423333"/>
          </a:xfrm>
          <a:prstGeom prst="rect">
            <a:avLst/>
          </a:prstGeom>
          <a:solidFill>
            <a:srgbClr val="F5F5F5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94D41A-1537-CE47-18BD-E7ABCD65A433}"/>
              </a:ext>
            </a:extLst>
          </p:cNvPr>
          <p:cNvSpPr txBox="1"/>
          <p:nvPr/>
        </p:nvSpPr>
        <p:spPr>
          <a:xfrm>
            <a:off x="1828800" y="1549400"/>
            <a:ext cx="11684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數值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20AD38-1240-99E5-AFC2-BDE4CD338265}"/>
              </a:ext>
            </a:extLst>
          </p:cNvPr>
          <p:cNvSpPr/>
          <p:nvPr/>
        </p:nvSpPr>
        <p:spPr>
          <a:xfrm>
            <a:off x="3048000" y="1524000"/>
            <a:ext cx="1270000" cy="423333"/>
          </a:xfrm>
          <a:prstGeom prst="rect">
            <a:avLst/>
          </a:prstGeom>
          <a:solidFill>
            <a:srgbClr val="F5F5F5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BE98BF-178B-9E34-2544-9E4F93E30B02}"/>
              </a:ext>
            </a:extLst>
          </p:cNvPr>
          <p:cNvSpPr txBox="1"/>
          <p:nvPr/>
        </p:nvSpPr>
        <p:spPr>
          <a:xfrm>
            <a:off x="3098800" y="1549400"/>
            <a:ext cx="11684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變化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F6B259-1505-10A7-ECBE-9E1F968ABE94}"/>
              </a:ext>
            </a:extLst>
          </p:cNvPr>
          <p:cNvSpPr/>
          <p:nvPr/>
        </p:nvSpPr>
        <p:spPr>
          <a:xfrm>
            <a:off x="508000" y="1947333"/>
            <a:ext cx="1270000" cy="423334"/>
          </a:xfrm>
          <a:prstGeom prst="rect">
            <a:avLst/>
          </a:prstGeom>
          <a:solidFill>
            <a:srgbClr val="FFFFFF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557241-2DEE-2F9D-75F1-1331A0D68A99}"/>
              </a:ext>
            </a:extLst>
          </p:cNvPr>
          <p:cNvSpPr txBox="1"/>
          <p:nvPr/>
        </p:nvSpPr>
        <p:spPr>
          <a:xfrm>
            <a:off x="558800" y="1972733"/>
            <a:ext cx="11684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Input Lag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4ED8FA-E86B-7BA2-6CA7-496C49038E9C}"/>
              </a:ext>
            </a:extLst>
          </p:cNvPr>
          <p:cNvSpPr/>
          <p:nvPr/>
        </p:nvSpPr>
        <p:spPr>
          <a:xfrm>
            <a:off x="1778000" y="1947333"/>
            <a:ext cx="1270000" cy="423334"/>
          </a:xfrm>
          <a:prstGeom prst="rect">
            <a:avLst/>
          </a:prstGeom>
          <a:solidFill>
            <a:srgbClr val="FFFFFF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3CFA79-B609-E320-D1B7-FB68D5EA3FAE}"/>
              </a:ext>
            </a:extLst>
          </p:cNvPr>
          <p:cNvSpPr txBox="1"/>
          <p:nvPr/>
        </p:nvSpPr>
        <p:spPr>
          <a:xfrm>
            <a:off x="1828800" y="1972733"/>
            <a:ext cx="11684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16ms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9AB831-CA63-9305-D579-BECC718FAA92}"/>
              </a:ext>
            </a:extLst>
          </p:cNvPr>
          <p:cNvSpPr/>
          <p:nvPr/>
        </p:nvSpPr>
        <p:spPr>
          <a:xfrm>
            <a:off x="3048000" y="1947333"/>
            <a:ext cx="1270000" cy="423334"/>
          </a:xfrm>
          <a:prstGeom prst="rect">
            <a:avLst/>
          </a:prstGeom>
          <a:solidFill>
            <a:srgbClr val="FFFFFF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1DC7DE-06FF-D940-0F43-D461E7340A25}"/>
              </a:ext>
            </a:extLst>
          </p:cNvPr>
          <p:cNvSpPr txBox="1"/>
          <p:nvPr/>
        </p:nvSpPr>
        <p:spPr>
          <a:xfrm>
            <a:off x="3098800" y="1972733"/>
            <a:ext cx="11684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-60%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F05B9-B786-6DA8-43EA-7C16B3808A64}"/>
              </a:ext>
            </a:extLst>
          </p:cNvPr>
          <p:cNvSpPr/>
          <p:nvPr/>
        </p:nvSpPr>
        <p:spPr>
          <a:xfrm>
            <a:off x="508000" y="2370667"/>
            <a:ext cx="1270000" cy="423333"/>
          </a:xfrm>
          <a:prstGeom prst="rect">
            <a:avLst/>
          </a:prstGeom>
          <a:solidFill>
            <a:srgbClr val="FFFFFF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D0E0059-5529-BF30-D90A-10FA56E59B22}"/>
              </a:ext>
            </a:extLst>
          </p:cNvPr>
          <p:cNvSpPr txBox="1"/>
          <p:nvPr/>
        </p:nvSpPr>
        <p:spPr>
          <a:xfrm>
            <a:off x="558800" y="2396067"/>
            <a:ext cx="11684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Avg Power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49ED31-7FEC-3207-9816-118031B2B203}"/>
              </a:ext>
            </a:extLst>
          </p:cNvPr>
          <p:cNvSpPr/>
          <p:nvPr/>
        </p:nvSpPr>
        <p:spPr>
          <a:xfrm>
            <a:off x="1778000" y="2370667"/>
            <a:ext cx="1270000" cy="423333"/>
          </a:xfrm>
          <a:prstGeom prst="rect">
            <a:avLst/>
          </a:prstGeom>
          <a:solidFill>
            <a:srgbClr val="FFFFFF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DA76B9-2922-13F3-B6EB-2F7736920FCF}"/>
              </a:ext>
            </a:extLst>
          </p:cNvPr>
          <p:cNvSpPr txBox="1"/>
          <p:nvPr/>
        </p:nvSpPr>
        <p:spPr>
          <a:xfrm>
            <a:off x="1828800" y="2396067"/>
            <a:ext cx="11684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3.1W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D94DD0A-6970-A046-C067-65AFFF5B9BAF}"/>
              </a:ext>
            </a:extLst>
          </p:cNvPr>
          <p:cNvSpPr/>
          <p:nvPr/>
        </p:nvSpPr>
        <p:spPr>
          <a:xfrm>
            <a:off x="3048000" y="2370667"/>
            <a:ext cx="1270000" cy="423333"/>
          </a:xfrm>
          <a:prstGeom prst="rect">
            <a:avLst/>
          </a:prstGeom>
          <a:solidFill>
            <a:srgbClr val="FFFFFF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115709-C709-3ECC-2197-6AF8A3F8B697}"/>
              </a:ext>
            </a:extLst>
          </p:cNvPr>
          <p:cNvSpPr txBox="1"/>
          <p:nvPr/>
        </p:nvSpPr>
        <p:spPr>
          <a:xfrm>
            <a:off x="3098800" y="2396067"/>
            <a:ext cx="11684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-18%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243A66A-5FB6-3BE3-2A8A-6E4D47BEAA21}"/>
              </a:ext>
            </a:extLst>
          </p:cNvPr>
          <p:cNvSpPr/>
          <p:nvPr/>
        </p:nvSpPr>
        <p:spPr>
          <a:xfrm>
            <a:off x="4572000" y="1524000"/>
            <a:ext cx="7112000" cy="2540000"/>
          </a:xfrm>
          <a:prstGeom prst="roundRect">
            <a:avLst/>
          </a:prstGeom>
          <a:solidFill>
            <a:srgbClr val="F5F5F5"/>
          </a:solidFill>
          <a:ln w="12700" cap="rnd">
            <a:solidFill>
              <a:srgbClr val="9E9E9E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DE6FD5F-8D84-2272-BAC1-797C0BAFBCEB}"/>
              </a:ext>
            </a:extLst>
          </p:cNvPr>
          <p:cNvSpPr txBox="1"/>
          <p:nvPr/>
        </p:nvSpPr>
        <p:spPr>
          <a:xfrm>
            <a:off x="4673600" y="2667000"/>
            <a:ext cx="6908800" cy="2308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1000">
                <a:solidFill>
                  <a:srgbClr val="9E9E9E"/>
                </a:solidFill>
                <a:latin typeface="Microsoft JhengHei" panose="020B0604030504040204" pitchFamily="34" charset="-120"/>
              </a:rPr>
              <a:t>[flow]</a:t>
            </a:r>
            <a:endParaRPr lang="zh-TW" altLang="en-US" sz="1000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7679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JhengHei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 damody</dc:creator>
  <cp:lastModifiedBy>huang damody</cp:lastModifiedBy>
  <cp:revision>1</cp:revision>
  <dcterms:created xsi:type="dcterms:W3CDTF">2026-01-17T15:33:53Z</dcterms:created>
  <dcterms:modified xsi:type="dcterms:W3CDTF">2026-01-17T15:33:53Z</dcterms:modified>
</cp:coreProperties>
</file>